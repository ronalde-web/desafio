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0080625" cy="7559675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3" d="100"/>
          <a:sy n="73" d="100"/>
        </p:scale>
        <p:origin x="-1080" y="210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/>
          <a:lstStyle/>
          <a:p>
            <a:pPr marL="0" marR="0" lvl="0" indent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 cap="none">
              <a:ln>
                <a:noFill/>
              </a:ln>
              <a:latin typeface="Source Sans Pro" pitchFamily="34"/>
              <a:ea typeface="Segoe UI" pitchFamily="2"/>
              <a:cs typeface="Tahoma" pitchFamily="2"/>
            </a:endParaRPr>
          </a:p>
        </p:txBody>
      </p:sp>
      <p:sp>
        <p:nvSpPr>
          <p:cNvPr id="3" name="Espaço Reservado para Data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/>
          <a:lstStyle/>
          <a:p>
            <a:pPr marL="0" marR="0" lvl="0" indent="0" algn="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 cap="none">
              <a:ln>
                <a:noFill/>
              </a:ln>
              <a:latin typeface="Source Sans Pro" pitchFamily="34"/>
              <a:ea typeface="Segoe UI" pitchFamily="2"/>
              <a:cs typeface="Tahoma" pitchFamily="2"/>
            </a:endParaRPr>
          </a:p>
        </p:txBody>
      </p:sp>
      <p:sp>
        <p:nvSpPr>
          <p:cNvPr id="4" name="Espaço Reservado para Rodapé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/>
          <a:lstStyle/>
          <a:p>
            <a:pPr marL="0" marR="0" lvl="0" indent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 cap="none">
              <a:ln>
                <a:noFill/>
              </a:ln>
              <a:latin typeface="Source Sans Pro" pitchFamily="34"/>
              <a:ea typeface="Segoe UI" pitchFamily="2"/>
              <a:cs typeface="Tahoma" pitchFamily="2"/>
            </a:endParaRPr>
          </a:p>
        </p:txBody>
      </p:sp>
      <p:sp>
        <p:nvSpPr>
          <p:cNvPr id="5" name="Espaço Reservado para Número de Slide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/>
          <a:lstStyle/>
          <a:p>
            <a:pPr marL="0" marR="0" lvl="0" indent="0" algn="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252405A-79AF-490B-8FC1-458A9EF3C48A}" type="slidenum">
              <a:t>‹nº›</a:t>
            </a:fld>
            <a:endParaRPr lang="pt-BR" sz="1400" b="0" i="0" u="none" strike="noStrike" kern="1200" cap="none">
              <a:ln>
                <a:noFill/>
              </a:ln>
              <a:latin typeface="Source Sans Pro" pitchFamily="34"/>
              <a:ea typeface="Segoe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4976490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" name="Espaço Reservado para Cabeçalho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hangingPunct="0">
              <a:buNone/>
              <a:tabLst/>
              <a:defRPr lang="pt-BR" sz="1400" b="1" kern="1200">
                <a:solidFill>
                  <a:srgbClr val="FFFFFF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5" name="Espaço Reservado para Data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hangingPunct="0">
              <a:buNone/>
              <a:tabLst/>
              <a:defRPr lang="pt-BR" sz="1400" b="1" kern="1200">
                <a:solidFill>
                  <a:srgbClr val="FFFFFF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Espaço Reservado para Rodapé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hangingPunct="0">
              <a:buNone/>
              <a:tabLst/>
              <a:defRPr lang="pt-BR" sz="1400" b="1" kern="1200">
                <a:solidFill>
                  <a:srgbClr val="FFFFFF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7" name="Espaço Reservado para Número de Slide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hangingPunct="0">
              <a:buNone/>
              <a:tabLst/>
              <a:defRPr lang="pt-BR" sz="1400" b="1" kern="1200">
                <a:solidFill>
                  <a:srgbClr val="FFFFFF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fld id="{A34BD725-E181-4E35-97A6-FC2ED3B215F3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17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pt-BR" sz="2000" b="0" i="0" u="none" strike="noStrike" kern="1200" cap="none">
        <a:ln>
          <a:noFill/>
        </a:ln>
        <a:latin typeface="Source Sans Pro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 sz="281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D91893-352A-4B4E-BD82-9DDFE38A5BA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6032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778D0B-908E-4C93-83BE-EC469550F271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949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4A7EB56-1EBF-4749-81D0-86BD40130D7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064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60363" y="1979613"/>
            <a:ext cx="4513262" cy="4679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6025" y="1979613"/>
            <a:ext cx="4513263" cy="4679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685943-181F-4B50-99EB-A2A8025D2953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3557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6D527D-0C49-4C5E-8573-9885D275683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652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FC76B4-F0CC-409F-BDC1-85CBDB254B61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957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06C17D1-3D52-4BE6-8BD4-B1AC30B4E3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043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EA78B4-0D3D-43CE-9EFA-D7907D6769B8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4011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D6512F-197C-4DB6-8B1B-FE1B05AB7254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714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0DC000-98ED-4CB1-BAFD-CD59A7CC5DF1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166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80288" y="360363"/>
            <a:ext cx="2339975" cy="62992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60363" y="360363"/>
            <a:ext cx="6867525" cy="629920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CD7A10-D197-49F6-9742-D5533C31494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821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9EC5581-A714-4A28-BAB7-914202CA7E99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589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E027C48-E4F5-4EAD-93B8-54DAB1E13D2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691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67E8DF6-FCFE-4280-B3FB-34584B65B411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821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39750" y="4679950"/>
            <a:ext cx="4513263" cy="251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05413" y="4679950"/>
            <a:ext cx="4514850" cy="251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7B9CCB-CE81-422B-A943-3372F4B0417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070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A60BD6-BD7C-49D0-9725-4CBA88AA88B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9569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E76DFDB-FC28-4967-8C28-C9A4F7F46764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422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E8B360-8A76-4630-9B98-C02CC4CFF19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88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66F39DB-E0A0-41BB-B06A-803B16A1FD7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228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586B90-2C85-473B-B7FF-6E16E5B33A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284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3553D8-A372-4E15-AF20-4E397FB70D5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766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80288" y="3330575"/>
            <a:ext cx="2339975" cy="38687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60363" y="3330575"/>
            <a:ext cx="6867525" cy="38687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E9319C-6CDB-4CEF-B474-734D4EFABA9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458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 1"/>
          <p:cNvSpPr/>
          <p:nvPr/>
        </p:nvSpPr>
        <p:spPr>
          <a:xfrm>
            <a:off x="0" y="180000"/>
            <a:ext cx="9720000" cy="126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74C3C"/>
          </a:solidFill>
          <a:ln>
            <a:noFill/>
            <a:prstDash val="solid"/>
          </a:ln>
        </p:spPr>
        <p:txBody>
          <a:bodyPr lIns="0" tIns="0" rIns="0" bIns="0" anchor="ctr" anchorCtr="0"/>
          <a:lstStyle/>
          <a:p>
            <a:pPr lvl="0" hangingPunct="0">
              <a:buNone/>
              <a:tabLst/>
            </a:pPr>
            <a:endParaRPr lang="pt-BR" sz="1800" b="1" kern="1200">
              <a:solidFill>
                <a:srgbClr val="FFFFFF"/>
              </a:solidFill>
              <a:latin typeface="Source Sans Pro Black" pitchFamily="34"/>
              <a:ea typeface="Segoe UI" pitchFamily="2"/>
              <a:cs typeface="Tahoma" pitchFamily="2"/>
            </a:endParaRPr>
          </a:p>
        </p:txBody>
      </p:sp>
      <p:sp>
        <p:nvSpPr>
          <p:cNvPr id="3" name="Forma livre 2"/>
          <p:cNvSpPr/>
          <p:nvPr/>
        </p:nvSpPr>
        <p:spPr>
          <a:xfrm>
            <a:off x="7560000" y="6840000"/>
            <a:ext cx="2520000" cy="54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74C3C"/>
          </a:solidFill>
          <a:ln>
            <a:noFill/>
            <a:prstDash val="solid"/>
          </a:ln>
        </p:spPr>
        <p:txBody>
          <a:bodyPr lIns="0" tIns="0" rIns="0" bIns="0" anchor="ctr" anchorCtr="0"/>
          <a:lstStyle/>
          <a:p>
            <a:pPr lvl="0" hangingPunct="0">
              <a:buNone/>
              <a:tabLst/>
            </a:pPr>
            <a:endParaRPr lang="pt-BR" sz="1800" b="1" kern="1200">
              <a:solidFill>
                <a:srgbClr val="FFFFFF"/>
              </a:solidFill>
              <a:latin typeface="Source Sans Pro Black" pitchFamily="34"/>
              <a:ea typeface="Segoe UI" pitchFamily="2"/>
              <a:cs typeface="Tahoma" pitchFamily="2"/>
            </a:endParaRPr>
          </a:p>
        </p:txBody>
      </p:sp>
      <p:sp>
        <p:nvSpPr>
          <p:cNvPr id="4" name="Forma livre 3"/>
          <p:cNvSpPr/>
          <p:nvPr/>
        </p:nvSpPr>
        <p:spPr>
          <a:xfrm>
            <a:off x="900000" y="6840000"/>
            <a:ext cx="6480000" cy="54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BDC3C7"/>
          </a:solidFill>
          <a:ln>
            <a:noFill/>
            <a:prstDash val="solid"/>
          </a:ln>
        </p:spPr>
        <p:txBody>
          <a:bodyPr lIns="0" tIns="0" rIns="0" bIns="0" anchor="ctr" anchorCtr="0"/>
          <a:lstStyle/>
          <a:p>
            <a:pPr lvl="0" hangingPunct="0">
              <a:buNone/>
              <a:tabLst/>
            </a:pPr>
            <a:endParaRPr lang="pt-BR" sz="1800" b="1" kern="1200">
              <a:solidFill>
                <a:srgbClr val="FFFFFF"/>
              </a:solidFill>
              <a:latin typeface="Source Sans Pro Black" pitchFamily="34"/>
              <a:ea typeface="Segoe UI" pitchFamily="2"/>
              <a:cs typeface="Tahoma" pitchFamily="2"/>
            </a:endParaRPr>
          </a:p>
        </p:txBody>
      </p:sp>
      <p:sp>
        <p:nvSpPr>
          <p:cNvPr id="5" name="Forma livre 4"/>
          <p:cNvSpPr/>
          <p:nvPr/>
        </p:nvSpPr>
        <p:spPr>
          <a:xfrm>
            <a:off x="180000" y="6840000"/>
            <a:ext cx="540000" cy="54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0" tIns="0" rIns="0" bIns="0" anchor="ctr" anchorCtr="0"/>
          <a:lstStyle/>
          <a:p>
            <a:pPr lvl="0" hangingPunct="0">
              <a:buNone/>
              <a:tabLst/>
            </a:pPr>
            <a:endParaRPr lang="pt-BR" sz="1800" b="1" kern="1200">
              <a:solidFill>
                <a:srgbClr val="FFFFFF"/>
              </a:solidFill>
              <a:latin typeface="Source Sans Pro Black" pitchFamily="34"/>
              <a:ea typeface="Segoe UI" pitchFamily="2"/>
              <a:cs typeface="Tahoma" pitchFamily="2"/>
            </a:endParaRPr>
          </a:p>
        </p:txBody>
      </p:sp>
      <p:sp>
        <p:nvSpPr>
          <p:cNvPr id="6" name="Espaço Reservado para Título 5"/>
          <p:cNvSpPr txBox="1">
            <a:spLocks noGrp="1"/>
          </p:cNvSpPr>
          <p:nvPr>
            <p:ph type="title"/>
          </p:nvPr>
        </p:nvSpPr>
        <p:spPr>
          <a:xfrm>
            <a:off x="360000" y="360000"/>
            <a:ext cx="936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pt-BR"/>
          </a:p>
        </p:txBody>
      </p:sp>
      <p:sp>
        <p:nvSpPr>
          <p:cNvPr id="7" name="Espaço Reservado para Texto 6"/>
          <p:cNvSpPr txBox="1">
            <a:spLocks noGrp="1"/>
          </p:cNvSpPr>
          <p:nvPr>
            <p:ph type="body" idx="1"/>
          </p:nvPr>
        </p:nvSpPr>
        <p:spPr>
          <a:xfrm>
            <a:off x="360000" y="1980000"/>
            <a:ext cx="9180000" cy="46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0" marR="0" lvl="0" indent="0" hangingPunct="1">
              <a:spcBef>
                <a:spcPts val="0"/>
              </a:spcBef>
              <a:spcAft>
                <a:spcPts val="1142"/>
              </a:spcAft>
              <a:buNone/>
              <a:defRPr lang="pt-BR" sz="2600" b="1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Semibold" pitchFamily="34"/>
              </a:defRPr>
            </a:defPPr>
            <a:lvl1pPr marL="0" marR="0" lvl="0" indent="0" hangingPunct="1">
              <a:spcBef>
                <a:spcPts val="0"/>
              </a:spcBef>
              <a:spcAft>
                <a:spcPts val="1142"/>
              </a:spcAft>
              <a:buNone/>
              <a:defRPr lang="pt-BR" sz="2600" b="1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Semibold" pitchFamily="34"/>
              </a:defRPr>
            </a:lvl1pPr>
            <a:lvl2pPr marL="288000" marR="0" lvl="1" indent="0" hangingPunct="1">
              <a:spcBef>
                <a:spcPts val="0"/>
              </a:spcBef>
              <a:spcAft>
                <a:spcPts val="1134"/>
              </a:spcAft>
              <a:buNone/>
              <a:defRPr lang="pt-BR" sz="22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2pPr>
            <a:lvl3pPr marL="576000" marR="0" lvl="2" indent="0" hangingPunct="1">
              <a:spcBef>
                <a:spcPts val="0"/>
              </a:spcBef>
              <a:spcAft>
                <a:spcPts val="850"/>
              </a:spcAft>
              <a:buNone/>
              <a:defRPr lang="pt-BR" sz="18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3pPr>
            <a:lvl4pPr marL="864000" marR="0" lvl="3" indent="0" hangingPunct="1">
              <a:spcBef>
                <a:spcPts val="0"/>
              </a:spcBef>
              <a:spcAft>
                <a:spcPts val="567"/>
              </a:spcAft>
              <a:buNone/>
              <a:defRPr lang="pt-BR" sz="16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4pPr>
            <a:lvl5pPr marL="1152000" marR="0" lvl="4" indent="0" hangingPunct="1">
              <a:spcBef>
                <a:spcPts val="0"/>
              </a:spcBef>
              <a:spcAft>
                <a:spcPts val="283"/>
              </a:spcAft>
              <a:buNone/>
              <a:defRPr lang="pt-BR" sz="16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5pPr>
            <a:lvl6pPr marL="1440000" marR="0" lvl="5" indent="0" hangingPunct="1">
              <a:spcBef>
                <a:spcPts val="0"/>
              </a:spcBef>
              <a:spcAft>
                <a:spcPts val="283"/>
              </a:spcAft>
              <a:buNone/>
              <a:defRPr lang="pt-BR" sz="16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6pPr>
            <a:lvl7pPr marL="1728000" marR="0" lvl="6" indent="0" hangingPunct="1">
              <a:spcBef>
                <a:spcPts val="0"/>
              </a:spcBef>
              <a:spcAft>
                <a:spcPts val="283"/>
              </a:spcAft>
              <a:buNone/>
              <a:defRPr lang="pt-BR" sz="16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7pPr>
            <a:lvl8pPr marL="2015999" marR="0" lvl="7" indent="0" hangingPunct="1">
              <a:spcBef>
                <a:spcPts val="0"/>
              </a:spcBef>
              <a:spcAft>
                <a:spcPts val="283"/>
              </a:spcAft>
              <a:buNone/>
              <a:defRPr lang="pt-BR" sz="20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8pPr>
            <a:lvl9pPr marL="2304000" marR="0" lvl="8" indent="0" hangingPunct="1">
              <a:spcBef>
                <a:spcPts val="0"/>
              </a:spcBef>
              <a:spcAft>
                <a:spcPts val="283"/>
              </a:spcAft>
              <a:buNone/>
              <a:defRPr lang="pt-BR" sz="20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8" name="Espaço Reservado para Data 7"/>
          <p:cNvSpPr txBox="1">
            <a:spLocks noGrp="1"/>
          </p:cNvSpPr>
          <p:nvPr>
            <p:ph type="dt" sz="half" idx="2"/>
          </p:nvPr>
        </p:nvSpPr>
        <p:spPr>
          <a:xfrm>
            <a:off x="7560000" y="6840000"/>
            <a:ext cx="2340000" cy="5216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>
            <a:lvl1pPr lvl="0" algn="r" hangingPunct="0">
              <a:buNone/>
              <a:tabLst/>
              <a:defRPr lang="pt-BR" sz="1800" b="1" kern="1200">
                <a:solidFill>
                  <a:srgbClr val="FFFFFF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9" name="Espaço Reservado para Rodapé 8"/>
          <p:cNvSpPr txBox="1">
            <a:spLocks noGrp="1"/>
          </p:cNvSpPr>
          <p:nvPr>
            <p:ph type="ftr" sz="quarter" idx="3"/>
          </p:nvPr>
        </p:nvSpPr>
        <p:spPr>
          <a:xfrm>
            <a:off x="1080000" y="6840000"/>
            <a:ext cx="3240000" cy="5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>
            <a:lvl1pPr lvl="0" algn="ctr" hangingPunct="0">
              <a:buNone/>
              <a:tabLst/>
              <a:defRPr lang="pt-BR" sz="1800" b="1" kern="1200">
                <a:solidFill>
                  <a:srgbClr val="FFFFFF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Número de Slide 9"/>
          <p:cNvSpPr txBox="1">
            <a:spLocks noGrp="1"/>
          </p:cNvSpPr>
          <p:nvPr>
            <p:ph type="sldNum" sz="quarter" idx="4"/>
          </p:nvPr>
        </p:nvSpPr>
        <p:spPr>
          <a:xfrm>
            <a:off x="180000" y="6840000"/>
            <a:ext cx="540000" cy="54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lIns="0" tIns="0" rIns="0" bIns="0" anchor="ctr" anchorCtr="0"/>
          <a:lstStyle>
            <a:lvl1pPr lvl="0" algn="ctr" hangingPunct="0">
              <a:buNone/>
              <a:tabLst/>
              <a:defRPr lang="pt-BR" sz="1800" b="1" kern="1200">
                <a:solidFill>
                  <a:srgbClr val="FFFFFF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fld id="{99124109-8CD4-46E6-B73C-84E98C4E9B9C}" type="slidenum"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hangingPunct="1">
        <a:tabLst/>
        <a:defRPr lang="pt-BR" sz="3200" b="1" i="0" u="none" strike="noStrike" kern="1200" cap="none">
          <a:ln>
            <a:noFill/>
          </a:ln>
          <a:solidFill>
            <a:srgbClr val="FFFFFF"/>
          </a:solidFill>
          <a:latin typeface="Source Sans Pro Black" pitchFamily="34"/>
        </a:defRPr>
      </a:lvl1pPr>
    </p:titleStyle>
    <p:bodyStyle>
      <a:lvl1pPr marL="0" marR="0" indent="0" hangingPunct="1">
        <a:spcBef>
          <a:spcPts val="0"/>
        </a:spcBef>
        <a:spcAft>
          <a:spcPts val="1142"/>
        </a:spcAft>
        <a:tabLst/>
        <a:defRPr lang="pt-BR" sz="2600" b="1" i="0" u="none" strike="noStrike" kern="1200" cap="none">
          <a:ln>
            <a:noFill/>
          </a:ln>
          <a:solidFill>
            <a:srgbClr val="1C1C1C"/>
          </a:solidFill>
          <a:latin typeface="Source Sans Pro Semibold" pitchFamily="34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 1"/>
          <p:cNvSpPr/>
          <p:nvPr/>
        </p:nvSpPr>
        <p:spPr>
          <a:xfrm>
            <a:off x="0" y="3150000"/>
            <a:ext cx="9720000" cy="126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74C3C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 cap="none">
              <a:ln>
                <a:noFill/>
              </a:ln>
              <a:latin typeface="Source Sans Pro" pitchFamily="34"/>
              <a:ea typeface="Segoe UI" pitchFamily="2"/>
              <a:cs typeface="Tahoma" pitchFamily="2"/>
            </a:endParaRPr>
          </a:p>
        </p:txBody>
      </p:sp>
      <p:sp>
        <p:nvSpPr>
          <p:cNvPr id="3" name="Espaço Reservado para Título 2"/>
          <p:cNvSpPr txBox="1">
            <a:spLocks noGrp="1"/>
          </p:cNvSpPr>
          <p:nvPr>
            <p:ph type="title"/>
          </p:nvPr>
        </p:nvSpPr>
        <p:spPr>
          <a:xfrm>
            <a:off x="360000" y="3330000"/>
            <a:ext cx="936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anchorCtr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pt-BR"/>
          </a:p>
        </p:txBody>
      </p:sp>
      <p:sp>
        <p:nvSpPr>
          <p:cNvPr id="4" name="Espaço Reservado para Texto 3"/>
          <p:cNvSpPr txBox="1">
            <a:spLocks noGrp="1"/>
          </p:cNvSpPr>
          <p:nvPr>
            <p:ph type="body" idx="1"/>
          </p:nvPr>
        </p:nvSpPr>
        <p:spPr>
          <a:xfrm>
            <a:off x="540000" y="4680000"/>
            <a:ext cx="9180000" cy="252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0" marR="0" lvl="0" indent="0" hangingPunct="1">
              <a:spcBef>
                <a:spcPts val="0"/>
              </a:spcBef>
              <a:spcAft>
                <a:spcPts val="1142"/>
              </a:spcAft>
              <a:buNone/>
              <a:defRPr lang="pt-BR" sz="2600" b="1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Semibold" pitchFamily="34"/>
              </a:defRPr>
            </a:defPPr>
            <a:lvl1pPr marL="0" marR="0" lvl="0" indent="0" hangingPunct="1">
              <a:spcBef>
                <a:spcPts val="0"/>
              </a:spcBef>
              <a:spcAft>
                <a:spcPts val="1142"/>
              </a:spcAft>
              <a:buNone/>
              <a:defRPr lang="pt-BR" sz="2600" b="1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Semibold" pitchFamily="34"/>
              </a:defRPr>
            </a:lvl1pPr>
            <a:lvl2pPr marL="288000" marR="0" lvl="1" indent="0" hangingPunct="1">
              <a:spcBef>
                <a:spcPts val="0"/>
              </a:spcBef>
              <a:spcAft>
                <a:spcPts val="1131"/>
              </a:spcAft>
              <a:buNone/>
              <a:defRPr lang="pt-BR" sz="22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2pPr>
            <a:lvl3pPr marL="576000" marR="0" lvl="2" indent="0" hangingPunct="1">
              <a:spcBef>
                <a:spcPts val="0"/>
              </a:spcBef>
              <a:spcAft>
                <a:spcPts val="850"/>
              </a:spcAft>
              <a:buNone/>
              <a:defRPr lang="pt-BR" sz="18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3pPr>
            <a:lvl4pPr marL="864000" marR="0" lvl="3" indent="0" hangingPunct="1">
              <a:spcBef>
                <a:spcPts val="0"/>
              </a:spcBef>
              <a:spcAft>
                <a:spcPts val="567"/>
              </a:spcAft>
              <a:buNone/>
              <a:defRPr lang="pt-BR" sz="16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4pPr>
            <a:lvl5pPr marL="1152000" marR="0" lvl="4" indent="0" hangingPunct="1">
              <a:spcBef>
                <a:spcPts val="0"/>
              </a:spcBef>
              <a:spcAft>
                <a:spcPts val="283"/>
              </a:spcAft>
              <a:buNone/>
              <a:defRPr lang="pt-BR" sz="16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5pPr>
            <a:lvl6pPr marL="1440000" marR="0" lvl="5" indent="0" hangingPunct="1">
              <a:spcBef>
                <a:spcPts val="0"/>
              </a:spcBef>
              <a:spcAft>
                <a:spcPts val="283"/>
              </a:spcAft>
              <a:buNone/>
              <a:defRPr lang="pt-BR" sz="16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6pPr>
            <a:lvl7pPr marL="1728000" marR="0" lvl="6" indent="0" hangingPunct="1">
              <a:spcBef>
                <a:spcPts val="0"/>
              </a:spcBef>
              <a:spcAft>
                <a:spcPts val="283"/>
              </a:spcAft>
              <a:buNone/>
              <a:defRPr lang="pt-BR" sz="16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7pPr>
            <a:lvl8pPr marL="2015999" marR="0" lvl="7" indent="0" hangingPunct="1">
              <a:spcBef>
                <a:spcPts val="0"/>
              </a:spcBef>
              <a:spcAft>
                <a:spcPts val="283"/>
              </a:spcAft>
              <a:buNone/>
              <a:defRPr lang="pt-BR" sz="20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8pPr>
            <a:lvl9pPr marL="2304000" marR="0" lvl="8" indent="0" hangingPunct="1">
              <a:spcBef>
                <a:spcPts val="0"/>
              </a:spcBef>
              <a:spcAft>
                <a:spcPts val="283"/>
              </a:spcAft>
              <a:buNone/>
              <a:defRPr lang="pt-BR" sz="2000" b="0" i="0" u="none" strike="noStrike" kern="1200" cap="none">
                <a:ln>
                  <a:noFill/>
                </a:ln>
                <a:solidFill>
                  <a:srgbClr val="1C1C1C"/>
                </a:solidFill>
                <a:latin typeface="Source Sans Pro Light" pitchFamily="34"/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 txBox="1">
            <a:spLocks noGrp="1"/>
          </p:cNvSpPr>
          <p:nvPr>
            <p:ph type="dt" sz="half" idx="2"/>
          </p:nvPr>
        </p:nvSpPr>
        <p:spPr>
          <a:xfrm>
            <a:off x="7560000" y="6840000"/>
            <a:ext cx="2340000" cy="5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>
            <a:lvl1pPr lvl="0" algn="l" hangingPunct="0">
              <a:buNone/>
              <a:tabLst/>
              <a:defRPr lang="pt-BR" sz="1800" b="1" kern="1200">
                <a:solidFill>
                  <a:srgbClr val="E74C3C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Espaço Reservado para Rodapé 5"/>
          <p:cNvSpPr txBox="1">
            <a:spLocks noGrp="1"/>
          </p:cNvSpPr>
          <p:nvPr>
            <p:ph type="ftr" sz="quarter" idx="3"/>
          </p:nvPr>
        </p:nvSpPr>
        <p:spPr>
          <a:xfrm>
            <a:off x="1080000" y="6840000"/>
            <a:ext cx="3240000" cy="5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>
            <a:lvl1pPr lvl="0" algn="ctr" hangingPunct="0">
              <a:buNone/>
              <a:tabLst/>
              <a:defRPr lang="pt-BR" sz="1800" b="1" kern="1200">
                <a:solidFill>
                  <a:srgbClr val="E74C3C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7" name="Espaço Reservado para Número de Slide 6"/>
          <p:cNvSpPr txBox="1">
            <a:spLocks noGrp="1"/>
          </p:cNvSpPr>
          <p:nvPr>
            <p:ph type="sldNum" sz="quarter" idx="4"/>
          </p:nvPr>
        </p:nvSpPr>
        <p:spPr>
          <a:xfrm>
            <a:off x="180000" y="6840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hangingPunct="0">
              <a:buNone/>
              <a:tabLst/>
              <a:defRPr lang="pt-BR" sz="1800" b="1" kern="1200">
                <a:solidFill>
                  <a:srgbClr val="E74C3C"/>
                </a:solidFill>
                <a:latin typeface="Source Sans Pro Black" pitchFamily="34"/>
                <a:ea typeface="Segoe UI" pitchFamily="2"/>
                <a:cs typeface="Tahoma" pitchFamily="2"/>
              </a:defRPr>
            </a:lvl1pPr>
          </a:lstStyle>
          <a:p>
            <a:pPr lvl="0"/>
            <a:fld id="{30C0FD1A-0048-4551-A070-BC7CE5F20195}" type="slidenum"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hangingPunct="1">
        <a:tabLst/>
        <a:defRPr lang="pt-BR" sz="3200" b="1" i="0" u="none" strike="noStrike" kern="1200" cap="none">
          <a:ln>
            <a:noFill/>
          </a:ln>
          <a:solidFill>
            <a:srgbClr val="FFFFFF"/>
          </a:solidFill>
          <a:latin typeface="Source Sans Pro Black" pitchFamily="34"/>
        </a:defRPr>
      </a:lvl1pPr>
    </p:titleStyle>
    <p:bodyStyle>
      <a:lvl1pPr marL="0" marR="0" indent="0" hangingPunct="1">
        <a:spcBef>
          <a:spcPts val="0"/>
        </a:spcBef>
        <a:spcAft>
          <a:spcPts val="1142"/>
        </a:spcAft>
        <a:tabLst/>
        <a:defRPr lang="pt-BR" sz="2600" b="1" i="0" u="none" strike="noStrike" kern="1200" cap="none">
          <a:ln>
            <a:noFill/>
          </a:ln>
          <a:solidFill>
            <a:srgbClr val="1C1C1C"/>
          </a:solidFill>
          <a:latin typeface="Source Sans Pro Semibold" pitchFamily="34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pt-BR">
                <a:cs typeface="Tahoma" pitchFamily="2"/>
              </a:rPr>
              <a:t>GRÁFICO SOBRE COVID - 19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F50762-6E0D-4F46-9C80-BBBAC585A961}" type="slidenum">
              <a:t>2</a:t>
            </a:fld>
            <a:endParaRPr lang="pt-BR"/>
          </a:p>
        </p:txBody>
      </p:sp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pt-BR"/>
          </a:p>
        </p:txBody>
      </p:sp>
      <p:pic>
        <p:nvPicPr>
          <p:cNvPr id="3" name=""/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83720" y="1991160"/>
            <a:ext cx="8331480" cy="465768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E8C7B08-7420-44A0-9876-70A864E325C7}" type="slidenum">
              <a:t>3</a:t>
            </a:fld>
            <a:endParaRPr lang="pt-BR"/>
          </a:p>
        </p:txBody>
      </p:sp>
      <p:sp>
        <p:nvSpPr>
          <p:cNvPr id="2" name="Subtítulo 1"/>
          <p:cNvSpPr txBox="1">
            <a:spLocks noGrp="1"/>
          </p:cNvSpPr>
          <p:nvPr>
            <p:ph type="subTitle" idx="4294967295"/>
          </p:nvPr>
        </p:nvSpPr>
        <p:spPr>
          <a:xfrm>
            <a:off x="360000" y="1730880"/>
            <a:ext cx="9360000" cy="4173120"/>
          </a:xfrm>
        </p:spPr>
        <p:txBody>
          <a:bodyPr anchor="t" anchorCtr="0"/>
          <a:lstStyle>
            <a:defPPr lvl="0">
              <a:buNone/>
            </a:defPPr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lvl="0" algn="l"/>
            <a:r>
              <a:rPr lang="pt-BR" sz="2400" b="0">
                <a:latin typeface="Source Sans Pro Light" pitchFamily="34"/>
                <a:cs typeface="Tahoma" pitchFamily="2"/>
              </a:rPr>
              <a:t>O SLIDE ANTERIOR MOSTRA A QUANTIDADE EM PORCENTAGEM DAS PESSOAS QUE SE INFECTARAM, NO SEXO FEMININO E MASCULINO.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F3A755-134C-4F60-9ACF-FA9541AAD881}" type="slidenum">
              <a:t>4</a:t>
            </a:fld>
            <a:endParaRPr lang="pt-BR"/>
          </a:p>
        </p:txBody>
      </p:sp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pt-BR"/>
          </a:p>
        </p:txBody>
      </p:sp>
      <p:pic>
        <p:nvPicPr>
          <p:cNvPr id="3" name=""/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56800" y="1980000"/>
            <a:ext cx="8185320" cy="46800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EEC4D7-54F2-4F0C-8187-18F4E8096C2E}" type="slidenum">
              <a:t>5</a:t>
            </a:fld>
            <a:endParaRPr lang="pt-BR"/>
          </a:p>
        </p:txBody>
      </p:sp>
      <p:sp>
        <p:nvSpPr>
          <p:cNvPr id="2" name="Subtítulo 1"/>
          <p:cNvSpPr txBox="1">
            <a:spLocks noGrp="1"/>
          </p:cNvSpPr>
          <p:nvPr>
            <p:ph type="subTitle" idx="4294967295"/>
          </p:nvPr>
        </p:nvSpPr>
        <p:spPr>
          <a:xfrm>
            <a:off x="288000" y="1802880"/>
            <a:ext cx="9360000" cy="4173120"/>
          </a:xfrm>
        </p:spPr>
        <p:txBody>
          <a:bodyPr anchor="t" anchorCtr="0"/>
          <a:lstStyle>
            <a:defPPr lvl="0">
              <a:buNone/>
            </a:defPPr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lvl="0" algn="l"/>
            <a:r>
              <a:rPr lang="pt-BR" sz="2400" b="0">
                <a:latin typeface="Source Sans Pro Light" pitchFamily="34"/>
                <a:cs typeface="Tahoma" pitchFamily="2"/>
              </a:rPr>
              <a:t>O SLIDE ANTERIOR APRESENTA A PORCENTAGEM DE PESSOAS QUE QUE SE ENCONTRAM NAS CONDIÇÕES APRESENTADAS.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lizari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lizarin0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</Words>
  <Application>Microsoft Office PowerPoint</Application>
  <PresentationFormat>Apresentação na tela (4:3)</PresentationFormat>
  <Paragraphs>7</Paragraphs>
  <Slides>5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Alizarin</vt:lpstr>
      <vt:lpstr>Alizarin0</vt:lpstr>
      <vt:lpstr>GRÁFICO SOBRE COVID - 19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Alizarin</dc:title>
  <dc:creator>Ronalde Gonçalves</dc:creator>
  <cp:lastModifiedBy>Ronalde Gonçalves</cp:lastModifiedBy>
  <cp:revision>2</cp:revision>
  <dcterms:created xsi:type="dcterms:W3CDTF">2021-03-20T21:30:02Z</dcterms:created>
  <dcterms:modified xsi:type="dcterms:W3CDTF">2021-03-21T00:39:59Z</dcterms:modified>
</cp:coreProperties>
</file>